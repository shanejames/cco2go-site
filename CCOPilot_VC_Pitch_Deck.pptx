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10 seconds. 'I'm Shane James, 25 years running CS at companies that exited to IBM and ServiceNow. I wrote the book on why CS is broken. Now I've built the software to fix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60 seconds here. The key insight: the mid-market CS tooling gap is a $1B+ opportunity that incumbents can't serve because they're architected for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VCs care about timing. The 'Why Now' is: AI capabilities hit the threshold needed for CS automation in 2024, and post-ZIRP economics make efficiency tools mandatory. This is a market timing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Don't demo — just land the four pillars. The demo comes later if they're interested. Key message: 'This isn't a dashboard. It's an autonomous CS operating system.'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narrate each screenshot. Say: 'The product is live. Here's the CSM daily queue, AI customer briefs, executive dashboards, and the agent queue where AI proposes actions and humans approve. I'm happy to do a full demo after.'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trash competitors. Say: 'Gainsight built the category. We respect that. But they were built for Fortune 500 in 2013. We built for AI-first mid-market in 2025. Different architecture, different market, different economics.'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VCs will push on moat. Lead with the agent architecture — '20 agents that get smarter with more data is a 2-3 year head start that compounds.' The book and framework are credibility moats, not just technical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consulting-to-software pipeline is the key differentiator. Most SaaS founders build product then figure out distribution. Shane already has the distribution through CCO2Go consulting clients. That's the unfair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traction stage. The strength is: the product is BUILT. You're not asking for money to build — you're asking for money to sell. That's a fundamentally different risk profile than most seed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VCs will ask about the solo founder risk. Counter: 'I built the entire product myself — that proves technical capability. The seed funding is to build the team around it. The first hire is engineering to scale what's already working.'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specific. '$1.5M gets us to 30 customers, $500K ARR, and Series A readiness in 18 months. The majority goes to engineering and sales — the two things that accelerate from product-built to product-sold.' If they push on valuation, say 'We're flexible on structure — SAFE or priced round — but the product being built changes the risk calculus versus a typical pre-product seed.'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Three sentences: 'CCOPilot is the AI-native Gainsight for the mid-market. I wrote the book on why CS is broken, then I built the software to fix it. The product is live — I'm looking for the right partner to help me scale it.'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82880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CCOPilot.ai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Customer Success Platform for the Mid-Market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•  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James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|  25 years C-suite CS  |  2 Fortune 500 exits (IBM, ServiceNow)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"Your Customers Are Lying to You"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219456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$1.6T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customer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 the U.S.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manage 30-50 accounts with spreadsheets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1325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AI, no prioritization, no signals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 built on lagging indicators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report churn, they don't predict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dies in Slack threads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pipeline, no SLA, no attribution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disconnected tools per CS 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108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$80-150K/year in fragmented spend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mid-market is underserved. Gainsight prices out Seed–Series C companies ($50-150K/yr). ChurnZero lacks AI depth. There is no AI-native CS platform built for this segment.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474720" cy="2743200"/>
          </a:xfrm>
          <a:prstGeom prst="rect">
            <a:avLst/>
          </a:prstGeom>
          <a:solidFill>
            <a:srgbClr val="141C2E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$4.5B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CS software market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(Gainsight, Totango, ChurnZero, Vitally, etc.)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508760"/>
            <a:ext cx="2743200" cy="2286000"/>
          </a:xfrm>
          <a:prstGeom prst="rect">
            <a:avLst/>
          </a:prstGeom>
          <a:solidFill>
            <a:srgbClr val="141C2E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$1.8B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companies Seed–Series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5+ CSMs, $1M-$50M ARR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828800"/>
            <a:ext cx="2011680" cy="1828800"/>
          </a:xfrm>
          <a:prstGeom prst="rect">
            <a:avLst/>
          </a:prstGeom>
          <a:solidFill>
            <a:srgbClr val="141C2E"/>
          </a:solidFill>
          <a:ln w="25400">
            <a:solidFill>
              <a:srgbClr val="84CC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$180M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3736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mid-market SaaS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1-3 addressable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matured enough to automate CS workflows (GPT-4 class models)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Post-ZIRP era: efficiency &gt; growth at all costs — CFOs demand CS ROI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Gainsight's enterprise focus left a $1.8B mid-market gap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teams growing 30% YoY but tooling hasn't kept pace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AI-native platform that replaces 5-6 tools and gives every CSM a team of 20 AI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128016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AI Agents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prediction, sentiment analysis,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detection, renewal prep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running 24/7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128016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73152" cy="1280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360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customer briefs, health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risk signals, and recommended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in one 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931920" cy="128016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26080"/>
            <a:ext cx="73152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CSQL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CS-sourced expansion revenue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criteria, 48-hr SLA,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conversion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931920" cy="128016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2608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Intelligence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3337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views: CSM, Manager, Executive.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analysis, coaching flags,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 — Built and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prototype. Full multi-tenant platform in production at ccopilot.ai</a:t>
            </a:r>
            <a:endParaRPr lang="en-US" sz="1200" dirty="0"/>
          </a:p>
        </p:txBody>
      </p:sp>
      <p:pic>
        <p:nvPicPr>
          <p:cNvPr id="4" name="Image 0" descr="/mnt/user-data/uploads/17733290425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931920" cy="1508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Daily Queue</a:t>
            </a:r>
            <a:endParaRPr lang="en-US" sz="1000" dirty="0"/>
          </a:p>
        </p:txBody>
      </p:sp>
      <p:pic>
        <p:nvPicPr>
          <p:cNvPr id="6" name="Image 1" descr="/mnt/user-data/uploads/1773329076774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931920" cy="1508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84632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Brief</a:t>
            </a:r>
            <a:endParaRPr lang="en-US" sz="1000" dirty="0"/>
          </a:p>
        </p:txBody>
      </p:sp>
      <p:pic>
        <p:nvPicPr>
          <p:cNvPr id="8" name="Image 2" descr="/mnt/user-data/uploads/1773329155022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3931920" cy="1508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40080" y="4480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000" dirty="0"/>
          </a:p>
        </p:txBody>
      </p:sp>
      <p:pic>
        <p:nvPicPr>
          <p:cNvPr id="10" name="Image 3" descr="/mnt/user-data/uploads/1773329385487_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931920" cy="15087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4846320" y="4480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Queue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(20+)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CSQL Expansion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Pattern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Customer Briefs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Ticketing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→ PM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1:1 AI Prep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2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$18-36K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$50-150K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$20-60K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4DA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$15-40K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CCOPilot is the only AI-native CS platform. Competitors bolt AI onto legacy architectures.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specialized AI agents that compound in value as they process more customer data. Each agent is a product feature a competitor would need to build from scratch.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Cascade framework, CSQL qualification model, and health score algorithm are codified from 25 years of CS leadership and a published methodology.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Flywheel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account feeds the churn pattern engine. Every expansion deal trains the CSQL model. The platform gets smarter with every customer interaction.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Switching Costs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scores, playbooks, success plans, agent configurations, and customer history create deep switching costs after 90 days of use.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Consulting → Software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CCO2Go.ai fractional CCO clients become CCOPilot customers. Built-in pipeline from existing relationships. Near-zero CAC.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Book-Driven Inbound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Customers Are Lying to You" creates thought leadership credibility. LinkedIn distribution to 50K+ CS professionals.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VC Portfolio Deals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VC firms to offer CCOPilot to portfolio companies at 20-30% discount. Land 5-10 customers per VC partnership.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PLG + Content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4160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health score calculator, CS assessment tool, and gated content for demand generation. LinkedIn ads targeting VP CS.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built and deployed (React/TypeScript/Node.js/PostgreSQL)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AI agents operational with configurable thresholds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integrations live (Gmail, HubSpot, Jira, Zoom, Stripe, etc.)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with role-based access controls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published — establishes thought leadership and methodology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CCO2Go consulting practice generating revenue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environment with realistic customer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325880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406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 partners (free → paid conversion)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709928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709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40680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paying customers, $100K ARR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093976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093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40680" y="2093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1 engineer, 1 sales rep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78024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478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customers, $300K ARR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862072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40680" y="2862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portfolio partnerships (2-3 firms)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customers, $500K ARR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30168"/>
            <a:ext cx="457200" cy="274320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readiness: $1.5M+ ARR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201168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Shane James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C-suite Customer Success leadership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CS through 2 Fortune 500 acquisitions: Manta → IBM, data.world → ServiceNow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client churn from 22% to 7%, improved NRR from 85% to 115%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"Your Customers Are Lying to You" — methodology codified into CCOPilot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full-stack platform solo (React, TypeScript, Node.js, PostgreSQL, AI integration)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CCO2Go.ai fractional CCO practice (Seed–Series C startups)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Hires with Seed Funding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560320" cy="109728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platform, API robustness, enterprise features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3703320"/>
            <a:ext cx="2560320" cy="109728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 / GTM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sales, VC partnerships, pipeline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2560320" cy="109728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Lead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onboarding, retention, and expansion for first 20 customers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657600" cy="2286000"/>
          </a:xfrm>
          <a:prstGeom prst="rect">
            <a:avLst/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$500K+ ARR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Series A readiness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709928"/>
            <a:ext cx="12801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(1 senior + 1 mid)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1508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($600K)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67128"/>
            <a:ext cx="80010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GTM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($375K)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624328"/>
            <a:ext cx="48006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($225K)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81528"/>
            <a:ext cx="32004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AI Costs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2880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($150K)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538728"/>
            <a:ext cx="320040" cy="137160"/>
          </a:xfrm>
          <a:prstGeom prst="rect">
            <a:avLst/>
          </a:prstGeom>
          <a:solidFill>
            <a:srgbClr val="8892A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3337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($150K)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This Funding Enables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977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paying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 ARR  •  3 VC portfolio partnerships  •  Series A metrics (&gt;100% NRR, &lt;12mo payback)  •  SOC 2 Type II certification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2377440"/>
          </a:xfrm>
          <a:prstGeom prst="rect">
            <a:avLst/>
          </a:prstGeom>
          <a:solidFill>
            <a:srgbClr val="141C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AI-native Gainsight for the mid-market.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the domain expert who wrote the book.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is live. Market is ready. Team is hiring.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James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shane.james@cco2go.ai  |  (813) 666-8427  |  www.ccopilot.ai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CCOPilot.ai — Investor Deck</dc:title>
  <dc:subject>PptxGenJS Presentation</dc:subject>
  <dc:creator>Shane James</dc:creator>
  <cp:lastModifiedBy>Shane James</cp:lastModifiedBy>
  <cp:revision>1</cp:revision>
  <dcterms:created xsi:type="dcterms:W3CDTF">2026-03-12T21:14:22Z</dcterms:created>
  <dcterms:modified xsi:type="dcterms:W3CDTF">2026-03-12T21:14:22Z</dcterms:modified>
</cp:coreProperties>
</file>